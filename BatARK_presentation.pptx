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PROJET BATARK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i="1">
                <a:solidFill>
                  <a:srgbClr val="28A745"/>
                </a:solidFill>
              </a:rPr>
              <a:t>Site communautaire ARK — Boutique &amp; Événements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520440"/>
            <a:ext cx="8531352" cy="4572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3703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7A2B8"/>
                </a:solidFill>
              </a:rPr>
              <a:t>Candidat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703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Ponvienne Antoine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41788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7A2B8"/>
                </a:solidFill>
              </a:rPr>
              <a:t>Formation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41788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TP DWWM — Niveau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65429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7A2B8"/>
                </a:solidFill>
              </a:rPr>
              <a:t>Session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65429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Juin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129783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7A2B8"/>
                </a:solidFill>
              </a:rPr>
              <a:t>Stack 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5129783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Symfony 7.4 • PHP 8.2 • MySQL 8.0 • Docker • Stripe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8A745"/>
                </a:solidFill>
              </a:rPr>
              <a:t>SOMMAIRE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640080" cy="685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280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Présentation du projet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640080" cy="685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Expression des besoins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640080" cy="685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91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Environnement technique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06240"/>
            <a:ext cx="640080" cy="685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20624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297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Réalisations front-end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12080"/>
            <a:ext cx="640080" cy="685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21208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3035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Réalisations back-end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188720"/>
            <a:ext cx="640080" cy="685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18872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1280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Base de données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194560"/>
            <a:ext cx="640080" cy="685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19456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286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Sécurité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200400"/>
            <a:ext cx="640080" cy="685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20040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291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Paiement Stripe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206240"/>
            <a:ext cx="640080" cy="685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20624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297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Jeu d'essai &amp; Tests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5212080"/>
            <a:ext cx="640080" cy="685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21208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53035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Déploiement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45720" cy="58978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8A745"/>
                </a:solidFill>
              </a:rPr>
              <a:t>01 — Présentation du projet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97280"/>
            <a:ext cx="11612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A745"/>
                </a:solidFill>
              </a:rPr>
              <a:t>▸ Qu'est-ce que BatARK ?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Site communautaire dédié au cluster de serveurs ARK: Survival Evolved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Centralise les infos utiles : boutique, événements, règles, Discord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Sert de vitrine pour attirer de nouveaux joueurs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28A745"/>
                </a:solidFill>
              </a:rPr>
              <a:t>▸ Problème résolu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Avant ce site : informations dispersées (Discord, forums, messages privés)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Après ce site : point d'entrée unique pour toute la communauté BatArk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28A745"/>
                </a:solidFill>
              </a:rPr>
              <a:t>▸ Public cible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Joueurs du cluster BatArk (existants + futurs)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Administrateurs (gestion du contenu)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Visiteurs curieux (découverte de la communauté)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45720" cy="58978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8A745"/>
                </a:solidFill>
              </a:rPr>
              <a:t>02 — Expression des besoins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97280"/>
            <a:ext cx="11612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A745"/>
                </a:solidFill>
              </a:rPr>
              <a:t>▸ 5 objectifs principaux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01  Créer un site clair et adapté à la communauté BatArk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02  Permettre la consultation des événements, boutique, règles, Discord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03  Proposer une boutique d'objets virtuels pour améliorer le jeu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04  Gérer les comptes (inscription, connexion, panier, paiement)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05  Fournir un espace admin pour gérer produits et événements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28A745"/>
                </a:solidFill>
              </a:rPr>
              <a:t>▸ Périmètre inclus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Boutique + panier + paiement Stripe  |  Événements communautaires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Espace membre  |  Espace admin CRUD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28A745"/>
                </a:solidFill>
              </a:rPr>
              <a:t>▸ Hors périmètre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Chat interne  |  App mobile native  |  Forum  |  Système d'avis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45720" cy="58978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8A745"/>
                </a:solidFill>
              </a:rPr>
              <a:t>03 — Stack technique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▸ Back-end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PHP 8.2 + Symfony 7.4 (LTS)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Doctrine ORM + Migrations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Stripe PHP SDK v20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FFFFFF"/>
                </a:solidFill>
              </a:rPr>
              <a:t>▸ Base de données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MySQL 8.0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PhpMyAdmin (interface admin BDD)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FFFFFF"/>
                </a:solidFill>
              </a:rPr>
              <a:t>▸ Infrastructure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Docker + Docker Compose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Nginx (reverse proxy)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Git +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▸ Front-end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HTML5 + CSS3 + JavaScript ES6+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Bootstrap 5.3 (responsive)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Twig (moteur de templates)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AssetMapper Symfony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▸ Outils de développement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VS Code + PHP Intelephense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PHPUnit 11 (tests)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SonarLint (qualité code)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Figma (maquettes)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097280"/>
            <a:ext cx="36576" cy="530352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45720" cy="58978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8A745"/>
                </a:solidFill>
              </a:rPr>
              <a:t>03 — Architecture MVC Symfony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97280"/>
            <a:ext cx="11612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A745"/>
                </a:solidFill>
              </a:rPr>
              <a:t>▸ Pattern MVC monolithique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MODÈLE   →  Entités Doctrine (User, Product, Cart, Order, Event…)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            Repositories (requêtes BDD personnalisées)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VUE      →  Templates Twig (/templates/)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            base.html.twig (layout commun : navbar, footer, flash)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            Bootstrap 5 pour le responsive design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CONTRÔLEUR →  /src/Controller/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            HomeController, ProductController, CartController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            CheckoutController, EventController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            Admin/ : AdminController, AdminProductController, AdminEventController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28A745"/>
                </a:solidFill>
              </a:rPr>
              <a:t>▸ Justification du choix monolithique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Projet solo → simplicité de déploiement et de maintenance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Intégration native Doctrine / Form / Security dans Symfony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45720" cy="58978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8A745"/>
                </a:solidFill>
              </a:rPr>
              <a:t>04 — Réalisations front-end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97280"/>
            <a:ext cx="11612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A745"/>
                </a:solidFill>
              </a:rPr>
              <a:t>▸ Pages développées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Accueil  — hero section thématique ARK, bouton boutique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Boutique — navigation par catégories, grille responsive (2→4 colonnes)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Fiche produit — sélecteurs type / qualité / quantité + ajout panier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Panier — liste articles, modification quantité, total, checkout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Événements — 3 sections (En cours / À venir / Terminés), statuts colorés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Auth — formulaires connexion / inscription (fond thématique ARK)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Admin — tableau de bord CRUD produits + événements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28A745"/>
                </a:solidFill>
              </a:rPr>
              <a:t>▸ Choix techniques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Bootstrap 5 col-6 / col-md-4 / col-lg-3 → responsive natif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Twig {{ var }} → échappement XSS automatique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Image de fond par page via style inline (overlay semi-transparent)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Flash messages Symfony affichés via partial Twig (_flash.html.twig)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45720" cy="58978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8A745"/>
                </a:solidFill>
              </a:rPr>
              <a:t>05 — Réalisations back-end : contrôleurs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97280"/>
            <a:ext cx="11612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A745"/>
                </a:solidFill>
              </a:rPr>
              <a:t>▸ Contrôleurs principaux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HomeController        /               Accueil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ProductController     /shop            Boutique (liste + fiche)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CartController        /panier          Panier (CRUD items)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CheckoutController    /commande        Paiement Stripe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EventController       /evenements      Listing événements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RegistrationController /register       Inscription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SecurityController    /login, /logout  Auth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28A745"/>
                </a:solidFill>
              </a:rPr>
              <a:t>▸ Contrôleurs Admin (ROLE_ADMIN)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AdminController         /admin         Dashboard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AdminProductController  /admin/products CRUD produits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AdminEventController    /admin/events   CRUD événements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45720" cy="58978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8A745"/>
                </a:solidFill>
              </a:rPr>
              <a:t>06 — Base de données : entités &amp; relations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▸ Entités principales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User        (id, email, roles[], password, pseudo)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Product     (id, name, price, hasType, hasQuality)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Category    (id, name) → OneToMany Product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Type        (id, name)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Quality     (id, name)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FFFFFF"/>
                </a:solidFill>
              </a:rPr>
              <a:t>▸ Flux achat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User ——OneToOne——&gt; Cart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Cart ——OneToMany-&gt; CartItem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CartItem → Product + Type? + Quality?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Order ——OneToMany-&gt; OrderItem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OrderItem → Product + Type? + Quality?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▸ Entité Event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title, location, date, endDate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maxParticipants, duration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status (upcoming/ongoing/finished)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rewards (JSON : simple ou ranking)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▸ Prix stocké en centimes (INT)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Évite les erreurs d'arrondi (float)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Affiché formaté via Twig :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{{ (price/100)|number_format(2,',',' ') }} €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▸ 10 tables au total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user, product, category, type, quality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cart, cart_item, order, order_item, event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097280"/>
            <a:ext cx="36576" cy="530352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45720" cy="58978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8A745"/>
                </a:solidFill>
              </a:rPr>
              <a:t>08 — Intégration Stripe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97280"/>
            <a:ext cx="11612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A745"/>
                </a:solidFill>
              </a:rPr>
              <a:t>▸ Flux de paiement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1.  POST /commande/demarrer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       → Stripe\Checkout\Session::create([line_items, ...)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       → Redirection vers session-&gt;url (page Stripe hébergée)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2.  Paiement réalisé par l'utilisateur sur Stripe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3.  GET /commande/succes?session_id=cs_xxx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       → Session::retrieve($sessionId)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       → Vérification payment_status === 'paid' (côté serveur)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       → Création Order + OrderItems en base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       → Vidage du panier (suppression CartItems)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28A745"/>
                </a:solidFill>
              </a:rPr>
              <a:t>▸ Sécurité Stripe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Clé secrète (sk_test/sk_live) en variable d'environnement (.env.local)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Aucune donnée bancaire ne transite ou n'est stockée côté BatArk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Idempotence : panier déjà vide → succès sans doublon de commande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45720" cy="58978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8A745"/>
                </a:solidFill>
              </a:rPr>
              <a:t>07 — Sécurité (OWASP Top 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▸ Authentification (A07)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Form Login Symfony (email + mdp)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Hachage argon2id (UserPasswordHasher)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Sessions HttpOnly + SameSite=lax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FFFFFF"/>
                </a:solidFill>
              </a:rPr>
              <a:t>▸ Contrôle d'accès (A01)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#[IsGranted('ROLE_USER')] sur CartController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#[IsGranted('ROLE_ADMIN')] sur Admin/*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denyAccessUnlessOwner() → anti-IDOR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FFFFFF"/>
                </a:solidFill>
              </a:rPr>
              <a:t>▸ CSRF (A01)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Formulaires Symfony → token auto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Suppression via isCsrfTokenValid()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▸ Injection SQL (A03)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Doctrine ORM → requêtes préparées PDO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Aucun SQL brut concaténé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▸ XSS (A03)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Twig échappe {{ var }} automatiquement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Pas de |raw non contrôlé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▸ Données sensibles (A02)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.env.local exclu du Git (.gitignore)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Clés Stripe en variables d'env Docker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Aucune donnée bancaire stockée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▸ Validation des entrées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Symfony Validator : NotBlank, Length,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Regex (mdp : 12c, maj, chiffre, spécial)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097280"/>
            <a:ext cx="36576" cy="530352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45720" cy="58978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8A745"/>
                </a:solidFill>
              </a:rPr>
              <a:t>09 — Jeu d'essai : Parcours d'achat complet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97280"/>
            <a:ext cx="11612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A745"/>
                </a:solidFill>
              </a:rPr>
              <a:t>▸ Fonctionnalité testée : Ajout panier → Paiement Stripe → Commande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# 1  Cas nominal       Utilisateur connecté + produit valide + type + qualité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       ✅  Commande créée, panier vidé, page succès affichée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# 2  Panier vide       POST /commande/demarrer, panier vide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       ✅  Flash «Votre panier est vide» + redirection /panier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# 3  Type manquant     Produit hasType=true, pas de type_id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       ✅  Flash «Merci de choisir un type» + retour fiche produit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# 4  Non connecté      GET /panier sans session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       ✅  Redirection automatique vers /login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# 5  Double succès     Rafraîchissement page /commande/succes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       ✅  Page succès sans doublon de commande (panier déjà vide)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45720" cy="58978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8A745"/>
                </a:solidFill>
              </a:rPr>
              <a:t>10 — Déploiement &amp; Environnements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97280"/>
            <a:ext cx="11612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A745"/>
                </a:solidFill>
              </a:rPr>
              <a:t>▸ Stack de déploiement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Docker Compose : PHP-FPM 8.2 + Nginx + MySQL 8.0 + PhpMyAdmin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1 volume Docker persistant pour les données MySQL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28A745"/>
                </a:solidFill>
              </a:rPr>
              <a:t>▸ Étapes de déploiement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1.  git clone → cp .env → éditer .env.local (Stripe, BDD, APP_SECRET)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2.  docker compose up -d --build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3.  composer install --no-dev --optimize-autoloader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4.  php bin/console doctrine:migrations:migrate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5.  php bin/console assets:install &amp;&amp; cache:clear --env=prod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28A745"/>
                </a:solidFill>
              </a:rPr>
              <a:t>▸ Environnements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DEV  : Symfony Profiler, MailHog, clé Stripe test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PROD : Cache OPcache, logs Monolog, clé Stripe live, HTTPS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45720" cy="58978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8A745"/>
                </a:solidFill>
              </a:rPr>
              <a:t>Bilan &amp; Perspectives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97280"/>
            <a:ext cx="11612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A745"/>
                </a:solidFill>
              </a:rPr>
              <a:t>▸ Compétences couvertes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✅ Bloc 1 — Front-end : config env, maquettage, interfaces statiques &amp; dynamiques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✅ Bloc 2 — Back-end : BDD relationnelle, CRUD Doctrine, composants métier, déploiement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✅ Sécurité : OWASP (CSRF, XSS, SQLi, accès, données sensibles)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28A745"/>
                </a:solidFill>
              </a:rPr>
              <a:t>▸ Difficultés surmontées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Intégration Stripe (Session Checkout + vérification serveur)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Gestion de l'idempotence (double rechargement page succès)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Validation regex mot de passe (débogage profiler Symfony)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28A745"/>
                </a:solidFill>
              </a:rPr>
              <a:t>▸ Perspectives d'évolution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Webhooks Stripe (confirmation asynchrone des paiements)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Historique de commandes dans l'espace membre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Système de gestion des joueurs / membres Discord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Déploiement en production sur VPS (Nginx + HTTPS Let's Encrypt)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Merci pour votre 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291840"/>
            <a:ext cx="8531352" cy="457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7A2B8"/>
                </a:solidFill>
              </a:rPr>
              <a:t>Ponvienne Antoine — TP DWWM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AAAA"/>
                </a:solidFill>
              </a:rPr>
              <a:t>Projet BatARK — symfony 7.4 • PHP 8.2 • MySQL 8.0 • Docker • Stripe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8A745"/>
                </a:solidFill>
              </a:rPr>
              <a:t>github.com/ant01p/Batark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